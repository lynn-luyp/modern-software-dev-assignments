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xplainshell.com/explain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4f94de4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4f94de4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4f94de4a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4f94de4a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 warp as the demonstration tool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f03d8afb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f03d8afb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fa2dbde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fa2dbde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many </a:t>
            </a:r>
            <a:r>
              <a:rPr lang="en"/>
              <a:t>people</a:t>
            </a:r>
            <a:r>
              <a:rPr lang="en"/>
              <a:t> use the terminal here?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Show the native mac terminal app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bring it all together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f03d8af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f03d8a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 u="sng">
                <a:solidFill>
                  <a:schemeClr val="hlink"/>
                </a:solidFill>
                <a:hlinkClick r:id="rId2"/>
              </a:rPr>
              <a:t>https://explainshell.com/explain</a:t>
            </a:r>
            <a:r>
              <a:rPr lang="en" sz="1150">
                <a:solidFill>
                  <a:srgbClr val="595959"/>
                </a:solidFill>
              </a:rPr>
              <a:t> as a starting point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Align behind a shared universal painpoint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“Tar -czvf” example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Weaning off the commandline interface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Warp profiles per user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f1dcf06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f1dcf06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Stickiness of “tab”, “enter” features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e6583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ee6583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Debugging an error in Warp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658350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658350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how Warp integrates with MCP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example of using context7 for up-to-date braintrust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f03d8af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f03d8af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Real-time update canvas in Bolt/Lovable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Warp take action and immediate reaction to that action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You see the effects of your changes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1dcf06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f1dcf06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yolo mode in Warp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03d8af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f03d8af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warp.dev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claude.md/" TargetMode="External"/><Relationship Id="rId4" Type="http://schemas.openxmlformats.org/officeDocument/2006/relationships/hyperlink" Target="http://agent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</a:t>
            </a:r>
            <a:r>
              <a:rPr lang="en"/>
              <a:t>24</a:t>
            </a:r>
            <a:r>
              <a:rPr lang="en"/>
              <a:t>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131336" y="3917875"/>
            <a:ext cx="2818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CEO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Warp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Zach Lloyd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689" y="1341200"/>
            <a:ext cx="4621776" cy="24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83543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breakout AI developer product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seeing some of the fastest adoption of new dev tools in history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5" name="Google Shape;85;p16" title="Screenshot 2025-09-14 at 3.25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00" y="2118650"/>
            <a:ext cx="2685865" cy="7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Screenshot 2025-09-14 at 3.28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138" y="3387915"/>
            <a:ext cx="5029074" cy="764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Screenshot 2025-09-14 at 3.29.1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9880" y="1776925"/>
            <a:ext cx="2692425" cy="277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Screenshot 2025-10-15 at 11.09.0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7300" y="1942650"/>
            <a:ext cx="2526149" cy="97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UX/UI for developer tools are changing rapidly to best leverage agentic autonomy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does having agents in your developer environment change about the product you are using?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311700" y="1941047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7 Product Principles of Modern AI Dev Tools</a:t>
            </a:r>
            <a:endParaRPr sz="4000"/>
          </a:p>
        </p:txBody>
      </p:sp>
      <p:sp>
        <p:nvSpPr>
          <p:cNvPr id="102" name="Google Shape;102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what developers know</a:t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Encourage</a:t>
            </a:r>
            <a:r>
              <a:rPr lang="en"/>
              <a:t> transition from existing interfaces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Everyone uses an IDE (Cursor)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Terminal is well-understood UX (Warp)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People know chat (Bolt)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Easily switch between code and natural language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 flexibility</a:t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 setup required to demonstrate value for average user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between models seamlessly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Tremendous configurability for power user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Prompts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Project rules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</a:t>
            </a:r>
            <a:r>
              <a:rPr lang="en"/>
              <a:t>developer</a:t>
            </a:r>
            <a:r>
              <a:rPr lang="en"/>
              <a:t> ergonomics</a:t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can shave off a single keystroke, do it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Keyboard hotkeys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 onboarding friction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“5 minutes to WOW”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 as a first-class citizen</a:t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is inherently a contrived representation of human intent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tools evolve, more of them will involve just speaking in natural language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Progress toward simply communicating developer intent rather than syntax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Integration</a:t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has become the </a:t>
            </a:r>
            <a:r>
              <a:rPr i="1" lang="en"/>
              <a:t>lingua franca </a:t>
            </a:r>
            <a:r>
              <a:rPr lang="en"/>
              <a:t>for allowing LLMs to interact with the real-world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Extensible tool ecosystem to give LLMs access to any resource and ability to do anything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Rapid </a:t>
            </a:r>
            <a:r>
              <a:rPr lang="en"/>
              <a:t>feedback</a:t>
            </a:r>
            <a:r>
              <a:rPr lang="en"/>
              <a:t> loops	</a:t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Allow iterating on changes and seeing updates quickly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Panels and dashboards that change in near real-time based on prompts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why entire projects are committed to just reducing build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Explainability is first-class citizen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Workflows</a:t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autonomy for substantive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Increasing adoption of an “agent-take-the-wheel”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Varied levels of human-in-the-loop involvement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 asks clarifying questions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YOLO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Questions</a:t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we see massive consolidation from point solutions (for code review, app building, monitoring) into a single all-in-one platform?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AI IDEs just evolve into AI terminals into AI browser replits? 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tools like Warp/Cursor become more verticalized, specializing their offering for tasks like full stack development?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What universal standard will emerge for personalizing your coding agents and giving them project-specific rules? 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FF"/>
                </a:highlight>
              </a:rPr>
              <a:t>We won’t be in a fragmented .cursorrules /</a:t>
            </a:r>
            <a:r>
              <a:rPr lang="en">
                <a:highlight>
                  <a:srgbClr val="FFFFFF"/>
                </a:highlight>
                <a:uFill>
                  <a:noFill/>
                </a:uFill>
                <a:hlinkClick r:id="rId3"/>
              </a:rPr>
              <a:t> CLAUDE.md</a:t>
            </a:r>
            <a:r>
              <a:rPr lang="en">
                <a:highlight>
                  <a:srgbClr val="FFFFFF"/>
                </a:highlight>
              </a:rPr>
              <a:t> / etc world for long.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AGENTS.md</a:t>
            </a:r>
            <a:r>
              <a:rPr lang="en">
                <a:highlight>
                  <a:srgbClr val="FFFFFF"/>
                </a:highlight>
              </a:rPr>
              <a:t> is a first step in that direction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