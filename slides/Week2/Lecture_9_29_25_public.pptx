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9fd9a61a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9fd9a61a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User interacts with coding agent client (windsurf, cursor, claude code) and runs a loop with an underlying llm. Sometimes the llm issues tool calls which the client executes (off-LLM)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bf95132e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bf95132e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e3f8ca09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e3f8ca09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bf95132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bf95132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aae3c6f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aae3c6f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1724275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Coding Agent From Scratch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625" y="2902847"/>
            <a:ext cx="962875" cy="96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2311" y="3179959"/>
            <a:ext cx="707750" cy="70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2686" y="3887709"/>
            <a:ext cx="707748" cy="707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2037" y="2526934"/>
            <a:ext cx="553650" cy="553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15"/>
          <p:cNvCxnSpPr/>
          <p:nvPr/>
        </p:nvCxnSpPr>
        <p:spPr>
          <a:xfrm>
            <a:off x="3109950" y="3313722"/>
            <a:ext cx="52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5"/>
          <p:cNvCxnSpPr/>
          <p:nvPr/>
        </p:nvCxnSpPr>
        <p:spPr>
          <a:xfrm rot="10800000">
            <a:off x="3087775" y="3474872"/>
            <a:ext cx="53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5"/>
          <p:cNvSpPr/>
          <p:nvPr/>
        </p:nvSpPr>
        <p:spPr>
          <a:xfrm>
            <a:off x="3764600" y="2414972"/>
            <a:ext cx="805500" cy="211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5" title="Screenshot 2025-09-04 at 10.41.08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4700" y="2916554"/>
            <a:ext cx="962875" cy="935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83801" y="1054726"/>
            <a:ext cx="805500" cy="80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5"/>
          <p:cNvCxnSpPr/>
          <p:nvPr/>
        </p:nvCxnSpPr>
        <p:spPr>
          <a:xfrm rot="10800000">
            <a:off x="4085837" y="2022250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/>
          <p:nvPr/>
        </p:nvCxnSpPr>
        <p:spPr>
          <a:xfrm>
            <a:off x="4238237" y="2027903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5"/>
          <p:cNvCxnSpPr/>
          <p:nvPr/>
        </p:nvCxnSpPr>
        <p:spPr>
          <a:xfrm>
            <a:off x="4841575" y="3277025"/>
            <a:ext cx="139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5"/>
          <p:cNvCxnSpPr/>
          <p:nvPr/>
        </p:nvCxnSpPr>
        <p:spPr>
          <a:xfrm rot="10800000">
            <a:off x="4825215" y="3451437"/>
            <a:ext cx="139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5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that simple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Define the behavior and some directives for the overall LLM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Custom user requests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Assistant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LLM’s response</a:t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in terminal and keep appending to conversation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LLM what tools are available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asks for tool use at appropriate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execute tool offline and return response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“Read_file”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“List_dir”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“Edit_file”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new file, edit a new file</a:t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build a coding agent from scratch!</a:t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“Secret” Sauce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311700" y="1000075"/>
            <a:ext cx="8520600" cy="3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Looking under the hood of Claude</a:t>
            </a:r>
            <a:endParaRPr sz="20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Front-load context with tiny targeted prompts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System reminders everywhere including system/user prompts, tool calls, tool results to prevent drift (&lt;system-reminder&gt; tags)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Command prefix extraction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Spawns sub agents (likely to help with </a:t>
            </a:r>
            <a:r>
              <a:rPr lang="en" sz="1600"/>
              <a:t>preventing</a:t>
            </a:r>
            <a:r>
              <a:rPr lang="en" sz="1600"/>
              <a:t> context overloading)</a:t>
            </a:r>
            <a:endParaRPr sz="2000"/>
          </a:p>
        </p:txBody>
      </p:sp>
      <p:sp>
        <p:nvSpPr>
          <p:cNvPr id="120" name="Google Shape;120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