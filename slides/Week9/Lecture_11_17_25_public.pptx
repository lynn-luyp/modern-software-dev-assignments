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46f7261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46f7261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Creator of opentelemetry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Deepmind staff MLE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6f72619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46f72619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0A0A0A"/>
                </a:solidFill>
                <a:highlight>
                  <a:srgbClr val="F8F8F5"/>
                </a:highlight>
              </a:rPr>
              <a:t>estimates that downtime and service degradation cost the Global 2000 about $400 billion annually</a:t>
            </a:r>
            <a:endParaRPr sz="1200">
              <a:solidFill>
                <a:srgbClr val="0A0A0A"/>
              </a:solidFill>
              <a:highlight>
                <a:srgbClr val="F8F8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8F8F5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f2ecf4d6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f2ecf4d6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Latency: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Measures how long it takes to service a request. Track both successful and failed requests separately, since failed requests (like HTTP 500s) can distort averages. Slow errors are especially concerning and should be monitored closely.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Traffic: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Represents system demand, typically measured as requests per second or equivalent units depending on the system (e.g., sessions for streaming, transactions for databases).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Errors: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rate of failed requests, whether explicit (e.g., HTTP 500s), implicit (wrong content despite 200 OK), or policy-based (e.g., exceeding response-time commitments). Use multiple layers of monitoring to catch different failure types.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Saturation: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Indicates how "full" your system is — tracking constrained resources like CPU, memory, or I/O. Systems often slow before hitting 100% utilization, so define safe thresholds. Monitor for signs of impending limits, such as rising latency or storage nearing capacity.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9976d0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c9976d0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do we do? Ask for thoughts from the audience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f2ecf4d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f2ecf4d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Acknowledge &amp; Assess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Acknowledge in PagerDuty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Confirm severity: check app + DB dashboards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whether impact is partial or full outage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Check the Golden Signals (DB First)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Connections:</a:t>
            </a:r>
            <a:r>
              <a:rPr lang="en">
                <a:solidFill>
                  <a:schemeClr val="dk1"/>
                </a:solidFill>
              </a:rPr>
              <a:t> maxed? stuck? sudden drops?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Latency:</a:t>
            </a:r>
            <a:r>
              <a:rPr lang="en">
                <a:solidFill>
                  <a:schemeClr val="dk1"/>
                </a:solidFill>
              </a:rPr>
              <a:t> P95 spikes? slow queries?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Errors:</a:t>
            </a:r>
            <a:r>
              <a:rPr lang="en">
                <a:solidFill>
                  <a:schemeClr val="dk1"/>
                </a:solidFill>
              </a:rPr>
              <a:t> timeouts? refused connections? aborted transactions?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Saturation:</a:t>
            </a:r>
            <a:r>
              <a:rPr lang="en">
                <a:solidFill>
                  <a:schemeClr val="dk1"/>
                </a:solidFill>
              </a:rPr>
              <a:t> CPU, IOPS, locks, memory, replication lag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Look for What Changed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Recent deploy?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DB migration?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Config / feature flag change?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Autoscaling event?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→ Roll back / revert immediately if correlated.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Localize the Failure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All queries or specific ones?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Read vs write?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Primary vs replicas?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One shard/instance or all?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App side (pools/timeouts) vs DB side (load/locks)?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Apply Fast Mitigations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Connection issues:</a:t>
            </a:r>
            <a:r>
              <a:rPr lang="en">
                <a:solidFill>
                  <a:schemeClr val="dk1"/>
                </a:solidFill>
              </a:rPr>
              <a:t> restart app pods, reduce concurrency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DB saturation:</a:t>
            </a:r>
            <a:r>
              <a:rPr lang="en">
                <a:solidFill>
                  <a:schemeClr val="dk1"/>
                </a:solidFill>
              </a:rPr>
              <a:t> disable heavy jobs, throttle traffic, route reads to replicas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Bad/slow queries:</a:t>
            </a:r>
            <a:r>
              <a:rPr lang="en">
                <a:solidFill>
                  <a:schemeClr val="dk1"/>
                </a:solidFill>
              </a:rPr>
              <a:t> disable feature/endpoint, enable cached/degraded mode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Replica lag:</a:t>
            </a:r>
            <a:r>
              <a:rPr lang="en">
                <a:solidFill>
                  <a:schemeClr val="dk1"/>
                </a:solidFill>
              </a:rPr>
              <a:t> route reads to primary, restart replica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Unhealthy node:</a:t>
            </a:r>
            <a:r>
              <a:rPr lang="en">
                <a:solidFill>
                  <a:schemeClr val="dk1"/>
                </a:solidFill>
              </a:rPr>
              <a:t> restart only replicas; escalate for primary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Stabilize &amp; Monitor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Watch 500 rate, DB latency, and traffic normalize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Ensure no retry storms or cascading failures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Validate app health checks recover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Communicate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Brief updates: issue → action → current status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Update every 10–15 minutes during active incident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Close Out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Capture timeline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root cause driver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Log follow-ups: query fixes, indexing, scaling, retry tuning, capacity review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f2ecf4d6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f2ecf4d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6f72619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6f72619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Reported SLA is not explicitly tracked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439ee024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439ee024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f2ecf4d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f2ecf4d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c5b7455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c5b7455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46f72619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46f72619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Observability, working theories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SPan information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Heavily evidence-based 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Chat for more dynamic querying of information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esolve.ai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resolve.ai/" TargetMode="External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- 11/21/25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5335800" y="3806215"/>
            <a:ext cx="3316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Member of Technical Staff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Resolve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Milind Ganjoo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150" y="1358575"/>
            <a:ext cx="2408325" cy="24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399738" y="3806225"/>
            <a:ext cx="1695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CTO of </a:t>
            </a:r>
            <a:r>
              <a:rPr lang="en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Resolve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Mayank Agarwal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3375" y="1358575"/>
            <a:ext cx="2408325" cy="240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DevOps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Monitoring software systems in production remains a mission-critical task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Coding represents just 30 percent of engineering time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Harder 70 percent is running that code in production where complexity, tool silos, knowledge gaps, and interdependencies all collide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Managing production often requires laborious </a:t>
            </a:r>
            <a:r>
              <a:rPr lang="en"/>
              <a:t>software</a:t>
            </a:r>
            <a:r>
              <a:rPr lang="en"/>
              <a:t> triaging handled by SREs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263" y="72825"/>
            <a:ext cx="4241470" cy="45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World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Responsibilities of SRE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Operational monitoring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on-call, troubleshooting, infrastructure management and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resolution involves piecing together info from many different sources and teams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oftentimes outdated runbooks for how to resolve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to cloud-native architectures with containerized workloads and Kubernetes has introduced more data, dependencies, and complexity across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SREs o</a:t>
            </a:r>
            <a:r>
              <a:rPr lang="en"/>
              <a:t>ften get burned out due to on-call shifts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Infrastructure and DevOps 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golden signals of monitoring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Errors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Traffic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Requests/sec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Saturation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 production traces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688500" y="1266400"/>
            <a:ext cx="5551500" cy="22347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238300" y="1864026"/>
            <a:ext cx="46959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 3:12 am you get a ping from PagerDuty that you’re seeing a spike in 500s on your database queries. What do we do?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Potential Playbook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Acknowledge and assess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DB +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recent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Localize blast radius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Execute mitigations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Stabilize + monitor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2" name="Google Shape;132;p22" title="Screenshot 2025-10-13 at 11.21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75" y="283325"/>
            <a:ext cx="4743651" cy="409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Tracked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Mean-time-to-repair (MTTR)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engineers are pulled into incident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Reported SLA for customers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Resolve AI</a:t>
            </a:r>
            <a:r>
              <a:rPr b="1" lang="en"/>
              <a:t> </a:t>
            </a:r>
            <a:r>
              <a:rPr lang="en"/>
              <a:t>(guest lecture 11/21)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DataDog Bits AI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Splunk Observability Assistant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an AI SRE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</a:t>
            </a:r>
            <a:r>
              <a:rPr lang="en"/>
              <a:t>mapping of a knowledge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Agentic system across observability stack and clouds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Generates real-time narratives of what is happening, pinpoints likely root causes with supporting evidence, and recommends prescriptive remediation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 emphasis on explainability and auditability of predictions/reasoning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3" name="Google Shape;163;p26" title="Screenshot 2025-10-13 at 9.29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13" y="100249"/>
            <a:ext cx="8472573" cy="445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promises to scale out organizational and service level knowledge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Information is not siloed to the only </a:t>
            </a:r>
            <a:r>
              <a:rPr lang="en" sz="1800"/>
              <a:t>engineers who know the undocumented dependencies, brittle legacy services, and quirks that only surface during high-stakes incidents.</a:t>
            </a:r>
            <a:r>
              <a:rPr lang="en"/>
              <a:t> </a:t>
            </a:r>
            <a:endParaRPr/>
          </a:p>
        </p:txBody>
      </p:sp>
      <p:pic>
        <p:nvPicPr>
          <p:cNvPr id="173" name="Google Shape;173;p27" title="Screenshot 2025-10-13 at 11.12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6737" y="2395725"/>
            <a:ext cx="3430526" cy="22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Automation reduces review time and catches issues early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Developers learn best practices through AI suggestions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applies the same standards across all code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handles routine checks, letting humans focus on complex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systems improve over time with more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AI code review tools go deeper, offering contextual analysis and pattern recognition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AI SRE in Action</a:t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Complexity of incidents that can be resolved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of modern production stacks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remediate actual code based on what has been detected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Eventual goal though all providers are starting with root cause analysis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root cause analysis requires good monitoring gardening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could be a new attack vector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